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de software e boas práticas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 usuários — e um caso real: o Catch-Requests do Garapuvu.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segurança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Confidencialidade, integridade, disponibilidade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Top 10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falhas mais comuns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(e não fazer)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NUNCA colocar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Catch-Requests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analisador na prática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segurança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segurança juntos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segurança de software?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 (TRÍADE CIA)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proteger o sistema e os dados contra acesso, uso ou alteração indevidos. Resume-se em três pilares: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tem permissão vê o dado (ex.: senha, dados do cliente).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não é alterado indevidamente (ex.: ninguém muda o valor de um contrato).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está no ar quando é preciso (resistir a quedas e ataques).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parte da qualidade: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inseguro não é software 'pronto'.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a casa bem protegida: portas trancadas (só entra quem tem a chave = confidencialidade), paredes firmes que ninguém derruba por fora (integridade) e água/luz sempre funcionando (disponibilidade). E a chave você guarda no cofre — não embaixo do tapete.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Confidencialidade, Integridade e Disponibilidade — a tríade que guia tudo.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falhas mais comuns (OWASP Top 10)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MAIS DÁ ERRADO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Controle de acesso quebrado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abre para quem não devia (ex.: trocar o id na URL e ver dados de outro). É a nº 1.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Injeção (SQL, etc.)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maliciosa vira comando (ex.: ' OR 1=1). Sempre validar e usar consultas parametrizadas.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Falhas de criptografia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sem HTTPS ou senha sem hash. Proteja em trânsito e em repouso.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Configuração insegura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com senha padrão, erro detalhado exposto, porta aberta à toa.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vulneráveis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antiga com falha conhecida. Atualize e monitore dependências.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Falhas de autenticação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fraca, sessão que não expira, token mal validado.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segurança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FAZER SEMPRE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HTTPS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sempre cifrados em trânsito (HTTPS/HSTS). Nunca HTTP em produção.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de senha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senha com hash forte (bcrypt/argon2) — nunca em texto puro.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Valide toda entrada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no que vem do cliente. Valide no backend também.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privilégio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acessa só o que precisa (ex.: só contratante cria projeto).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 no cofre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 senhas em variáveis de ambiente/cofre, fora do código e do Git.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Dependências atualizadas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npm audit/Dependabot e corrija bibliotecas vulneráveis.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Segredos: onde NUNCA colocar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ERRO MAIS COMUM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segredo (senha, chave, token) exposto é como deixar a chave da casa em local público.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código/no Git: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que veja o repositório acha a chave. Use .env + .gitignore.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URL (query string):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 em logs, histórico do navegador e no header Referer.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token (JWT):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é Base64, NÃO é criptografado — qualquer um decodifica e lê.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app FreelaAvalia: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API nunca devolve a senha (helper semSenha) e valida o papel no servidor.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senha dentro de um JWT é como escrever a senha do cofre num bilhete colado na porta do cofre. Está 'guardado' ali, mas todo mundo lê.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fica no cofre (env/vault) — nunca no código, na URL ou no token.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REAL DO GARAPUVU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Catch-Requests: capturar e auditar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Catch-Requests do Garapuvu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 INTERNA DE DIAGNÓSTICO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que captura as requisições do navegador para diagnóstico — e as analisa em busca de riscos de segurança.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via bookmarklet: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na barra de favoritos gravam as requisições de uma sessão.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cifrada: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são salvos com AES-256-GCM (chave via PBKDF2-SHA256, 150k iterações).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do time (TEAM_KEY):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só abre no visualizador com a chave — guardada no cofre de senhas.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JWT, lê cookies/storage/cache, mascara segredos e roda uma auditoria.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câmera de segurança que grava quem bateu em cada porta da casa (as requisições) e guarda a fita num cofre trancado. Depois, um inspetor (o analisador) revê a fita e aponta o que está inseguro.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mostra, na prática, o que trafega entre o navegador e o servidor — e o que está exposto.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auditoria do analisador detecta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REAIS, ACHADOS AUTOMATICAMENTE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com alg=none (crítico)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sem assinatura. Recomendação: rejeitar tokens não assinados no backend.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Senha/credencial no token (crítico)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é Base64: qualquer um decodifica. Nunca coloque senha no token.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 sensível na URL (crítico)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Credenciais/tokens na query string vazam em logs, histórico e Referer.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Requisição sem HTTPS (alto)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texto claro. Recomendação: forçar HTTPS/HSTS.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dentro do JWT (médio)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no payload. JWT não é criptografado — evite PII sensível.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de autorização em header (médio)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Capturável; a ferramenta mostra mascarado (mask) para não expor.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e o OWASP ZAP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COMUNIDADE E FERRAMENTA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OWASP é a maior referência aberta em segurança de aplicações — e o ZAP é a ferramenta gratuita dela para testar.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Worldwide Application Security Project — fundação sem fins lucrativos que publica materiais gratuitos (o Top 10, Cheat Sheets, o padrão ASVS) e ferramentas.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(Zed Attack Proxy):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open source de teste dinâmico (DAST). Fica como um 'proxy' entre o navegador e o servidor.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passivo: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o tráfego e aponta problemas (cookies inseguros, cabeçalhos de segurança ausentes).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de forma controlada, testando injeção, XSS e falhas de configuração.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ZAP é como um inspetor que se posta na porta e observa tudo que entra e sai (passivo) e, com sua autorização, tenta forçar janelas e fechaduras para ver o que cede (ativo). Ele testa a casa 'por fora', sem ver a planta.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= conhecimento aberto; ZAP = testar segurança do app rodando, de graça.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no vocabulário da CTFL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AMARRANDO COM O QUE JÁ VIMOS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Estático (SAST) — Cap. 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 o código SEM executar.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segredo no código, padrão perigoso.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ESLint security, SonarQube.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Dinâmico (DAST) — teste rodando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app e ataca por fora (caixa-preta).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o OWASP ZAP faz.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tentar burlar login, injeção, XSS.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teste NÃO-FUNCIONAL (Cap. 2.2); combina estático (Cap. 3) e dinâmico, guiado por risco (Cap. 5).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Lighthouse (F12) e PageSpeed: qualidade 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COMPLEMENTO NÃO-FUNCIONAL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ZAP cuida da seguranca, o Lighthouse (Google) audita a QUALIDADE da pagina e da notas de 0 a 100. Voce o acessa de dois jeitos: no Chrome DevTools (F12) e no PageSpeed Insights.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audita: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(velocidade), Acessibilidade, Boas Praticas, SEO e PWA.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a segurança também: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'Boas Praticas' avisa uso de HTTP (sem HTTPS) e bibliotecas JS com falhas conhecidas.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rodar: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(F12 -&gt; aba Lighthouse) roda LOCAL, na sua maquina/rede e funciona em paginas logadas. pagespeed.web.dev roda na NUVEM do Google e so acessa URLs publicas.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Diferenca-chave: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MESMO motor; o PageSpeed ainda soma dados reais de usuarios (CrUX) e padroniza mobile/desktop. No Garapuvu, importe o JSON do Lighthouse (DevTools) na aba Performance para ver scores, Core Web Vitals, filmstrip, screenshot e treemap.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laudo de vistoria que dá uma nota para cada aspecto da casa: eficiência de energia, acessibilidade das rampas, acabamento. Não força a fechadura (isso é o ZAP) — avalia a qualidade geral e o que melhorar.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ZAP mede seguranca; Lighthouse mede performance/acessibilidade/boas praticas. DevTools (F12)=local e paginas logadas; PageSpeed=nuvem, URLs publicas + dados reais (CrUX).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segurança faz parte do QA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+ QUALIDADE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só do 'time de segurança' — o QA ajuda a achar riscos cedo (shift-left).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(análise estática):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leem o código atrás de padrões perigosos (ex.: senha no código).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(análise dinâmica):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 o app rodando (ex.: tentar burlar login, trocar id na URL).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negativo: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'caminho feliz', tente o malicioso (sem token, dado inválido).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do dia a dia: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audit/Dependabot, OWASP ZAP, e o próprio Catch-Requests para inspecionar o tráfego.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segurança é contratar alguém para tentar invadir a casa antes do ladrão: mexer nas janelas, forçar a fechadura, ver se a chave está escondida. Melhor descobrir a falha no teste do que no assalto.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QA pensa como um atacante para proteger o usuário — e faz isso cedo.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a segurança falha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segurança que escaparam dos testes expuseram dados de milhões de pessoas.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Equifax (2017)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biblioteca conhecida e desatualizada (com falha pública não corrigida) permitiu o vazamento de dados de ~147 milhões de pessoas. Lição: monitore e atualize dependências.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e bancos sem autenticação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Inúmeros vazamentos aconteceram por uma API ou banco 'esquecido' sem senha na internet. Lição: nada exposto sem autenticação e sem o mínimo privilégio.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vazamentos vem de erros evitáveis: dependência velha, porta sem chave, segredo exposto.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= Confidencialidade, Integridade e Disponibilidade (tríade CIA).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 controle de acesso quebrado e injeção lideram as falhas.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HTTPS, hash de senha, validar entrada, menor privilégio, atualizar deps.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nunca no código, na URL ou no token (JWT é Base64, não é cifrado).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Catch-Requests captura o tráfego (cifrado) e audita riscos automaticamente.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parte do QA: teste o caminho malicioso, cedo (shift-left).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Tríade CIA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Confidencialidade, Integridade e Disponibilidade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Organização que lista os principais riscos de segurança web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HTTPS/HSTS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Comunicação cifrada e forçada entre navegador e servidor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37083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7083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38912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Guardar a senha com hash (bcrypt/argon2), não em texto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44982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44982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46811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 em Base64 (assinado, mas legível)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estática de segurança (lê o código)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Análise dinâmica de segurança (testa o app rodando)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gratuita de teste dinâmico (DAST)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Algoritmo de criptografia forte usado no Catch-Requests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privilégio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um acessa só o mínimo necessário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Principais riscos de segurança de aplicações — owasp.org/Top10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Cheat Sheets / ZAP.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Boas práticas e ferramenta de teste dinâmico (gratuitas).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Auditoria de performance, acessibilidade e boas práticas (no Chrome DevTools).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Catch-Requests (Garapuvu).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Ferramenta interna: garapuvu-processo-captura.html e garapuvu-analisador-requests.html (pasta catch-request-garapuvu).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40740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40740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2569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app: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FreelaAvalia 360 — senha nunca retornada (semSenha), validação de papel no backend.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B5 — Segurança de Software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de software e boas práticas</dc:title>
  <dc:subject>PptxGenJS Presentation</dc:subject>
  <dc:creator>Douglas Adriano Queiroz</dc:creator>
  <cp:lastModifiedBy>Douglas Adriano Queiroz</cp:lastModifiedBy>
  <cp:revision>1</cp:revision>
  <dcterms:created xsi:type="dcterms:W3CDTF">2026-07-21T16:15:38Z</dcterms:created>
  <dcterms:modified xsi:type="dcterms:W3CDTF">2026-07-21T16:15:38Z</dcterms:modified>
</cp:coreProperties>
</file>